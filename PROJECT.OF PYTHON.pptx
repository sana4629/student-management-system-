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7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1EAFB94A-09F0-4227-A633-B334D7BC0CAD}" type="datetimeFigureOut">
              <a:rPr lang="en-GB" smtClean="0"/>
              <a:t>02/01/2026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56D4548F-DF18-4165-BDEB-020DA62C0B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76036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FB94A-09F0-4227-A633-B334D7BC0CAD}" type="datetimeFigureOut">
              <a:rPr lang="en-GB" smtClean="0"/>
              <a:t>02/01/2026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4548F-DF18-4165-BDEB-020DA62C0B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1223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1EAFB94A-09F0-4227-A633-B334D7BC0CAD}" type="datetimeFigureOut">
              <a:rPr lang="en-GB" smtClean="0"/>
              <a:t>02/01/2026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56D4548F-DF18-4165-BDEB-020DA62C0B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0989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FB94A-09F0-4227-A633-B334D7BC0CAD}" type="datetimeFigureOut">
              <a:rPr lang="en-GB" smtClean="0"/>
              <a:t>02/01/2026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4548F-DF18-4165-BDEB-020DA62C0B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5238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FB94A-09F0-4227-A633-B334D7BC0CAD}" type="datetimeFigureOut">
              <a:rPr lang="en-GB" smtClean="0"/>
              <a:t>02/01/2026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4548F-DF18-4165-BDEB-020DA62C0B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3712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FB94A-09F0-4227-A633-B334D7BC0CAD}" type="datetimeFigureOut">
              <a:rPr lang="en-GB" smtClean="0"/>
              <a:t>02/01/2026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4548F-DF18-4165-BDEB-020DA62C0B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5707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FB94A-09F0-4227-A633-B334D7BC0CAD}" type="datetimeFigureOut">
              <a:rPr lang="en-GB" smtClean="0"/>
              <a:t>02/01/2026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4548F-DF18-4165-BDEB-020DA62C0B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6456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FB94A-09F0-4227-A633-B334D7BC0CAD}" type="datetimeFigureOut">
              <a:rPr lang="en-GB" smtClean="0"/>
              <a:t>02/01/2026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4548F-DF18-4165-BDEB-020DA62C0B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8265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FB94A-09F0-4227-A633-B334D7BC0CAD}" type="datetimeFigureOut">
              <a:rPr lang="en-GB" smtClean="0"/>
              <a:t>02/01/2026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4548F-DF18-4165-BDEB-020DA62C0B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9433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FB94A-09F0-4227-A633-B334D7BC0CAD}" type="datetimeFigureOut">
              <a:rPr lang="en-GB" smtClean="0"/>
              <a:t>02/01/2026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4548F-DF18-4165-BDEB-020DA62C0B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9910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1EAFB94A-09F0-4227-A633-B334D7BC0CAD}" type="datetimeFigureOut">
              <a:rPr lang="en-GB" smtClean="0"/>
              <a:t>02/01/2026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56D4548F-DF18-4165-BDEB-020DA62C0B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45151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1EAFB94A-09F0-4227-A633-B334D7BC0CAD}" type="datetimeFigureOut">
              <a:rPr lang="en-GB" smtClean="0"/>
              <a:t>02/01/2026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56D4548F-DF18-4165-BDEB-020DA62C0BC8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415937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1EAFB94A-09F0-4227-A633-B334D7BC0CAD}" type="datetimeFigureOut">
              <a:rPr lang="en-GB" smtClean="0"/>
              <a:t>02/01/2026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56D4548F-DF18-4165-BDEB-020DA62C0B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15254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FB94A-09F0-4227-A633-B334D7BC0CAD}" type="datetimeFigureOut">
              <a:rPr lang="en-GB" smtClean="0"/>
              <a:t>02/01/2026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4548F-DF18-4165-BDEB-020DA62C0B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86193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FB94A-09F0-4227-A633-B334D7BC0CAD}" type="datetimeFigureOut">
              <a:rPr lang="en-GB" smtClean="0"/>
              <a:t>02/01/2026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4548F-DF18-4165-BDEB-020DA62C0B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06823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FB94A-09F0-4227-A633-B334D7BC0CAD}" type="datetimeFigureOut">
              <a:rPr lang="en-GB" smtClean="0"/>
              <a:t>02/01/2026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4548F-DF18-4165-BDEB-020DA62C0B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16312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1EAFB94A-09F0-4227-A633-B334D7BC0CAD}" type="datetimeFigureOut">
              <a:rPr lang="en-GB" smtClean="0"/>
              <a:t>02/01/2026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56D4548F-DF18-4165-BDEB-020DA62C0B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67610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FB94A-09F0-4227-A633-B334D7BC0CAD}" type="datetimeFigureOut">
              <a:rPr lang="en-GB" smtClean="0"/>
              <a:t>02/01/2026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4548F-DF18-4165-BDEB-020DA62C0B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3214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AFB94A-09F0-4227-A633-B334D7BC0CAD}" type="datetimeFigureOut">
              <a:rPr lang="en-GB" smtClean="0"/>
              <a:t>02/01/2026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D4548F-DF18-4165-BDEB-020DA62C0B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585124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475" r:id="rId1"/>
    <p:sldLayoutId id="2147484476" r:id="rId2"/>
    <p:sldLayoutId id="2147484477" r:id="rId3"/>
    <p:sldLayoutId id="2147484478" r:id="rId4"/>
    <p:sldLayoutId id="2147484479" r:id="rId5"/>
    <p:sldLayoutId id="2147484480" r:id="rId6"/>
    <p:sldLayoutId id="2147484481" r:id="rId7"/>
    <p:sldLayoutId id="2147484482" r:id="rId8"/>
    <p:sldLayoutId id="2147484483" r:id="rId9"/>
    <p:sldLayoutId id="2147484484" r:id="rId10"/>
    <p:sldLayoutId id="2147484485" r:id="rId11"/>
    <p:sldLayoutId id="2147484486" r:id="rId12"/>
    <p:sldLayoutId id="2147484487" r:id="rId13"/>
    <p:sldLayoutId id="2147484488" r:id="rId14"/>
    <p:sldLayoutId id="2147484489" r:id="rId15"/>
    <p:sldLayoutId id="2147484490" r:id="rId16"/>
    <p:sldLayoutId id="2147484491" r:id="rId17"/>
    <p:sldLayoutId id="2147484492" r:id="rId18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i="1" dirty="0" smtClean="0"/>
              <a:t>PROJECT</a:t>
            </a:r>
            <a:endParaRPr lang="en-GB" i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4000" b="1" i="1" u="sng" dirty="0" smtClean="0"/>
              <a:t>Student Management System</a:t>
            </a:r>
            <a:endParaRPr lang="en-GB" sz="4000" b="1" i="1" u="sng" dirty="0"/>
          </a:p>
        </p:txBody>
      </p:sp>
    </p:spTree>
    <p:extLst>
      <p:ext uri="{BB962C8B-B14F-4D97-AF65-F5344CB8AC3E}">
        <p14:creationId xmlns:p14="http://schemas.microsoft.com/office/powerpoint/2010/main" val="12308048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9779" y="1582472"/>
            <a:ext cx="8911687" cy="1280890"/>
          </a:xfrm>
        </p:spPr>
        <p:txBody>
          <a:bodyPr/>
          <a:lstStyle/>
          <a:p>
            <a:pPr algn="ctr"/>
            <a:r>
              <a:rPr lang="en-GB" dirty="0"/>
              <a:t>Group </a:t>
            </a:r>
            <a:r>
              <a:rPr lang="en-GB" dirty="0" smtClean="0"/>
              <a:t>members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782515" y="3030550"/>
            <a:ext cx="10394707" cy="3311189"/>
          </a:xfrm>
        </p:spPr>
        <p:txBody>
          <a:bodyPr/>
          <a:lstStyle/>
          <a:p>
            <a:r>
              <a:rPr lang="en-GB" dirty="0" smtClean="0"/>
              <a:t>1. </a:t>
            </a:r>
            <a:r>
              <a:rPr lang="en-GB" dirty="0" err="1" smtClean="0"/>
              <a:t>Amna</a:t>
            </a:r>
            <a:r>
              <a:rPr lang="en-GB" dirty="0" smtClean="0"/>
              <a:t> Maryam </a:t>
            </a:r>
          </a:p>
          <a:p>
            <a:r>
              <a:rPr lang="en-GB" dirty="0" smtClean="0"/>
              <a:t>2. </a:t>
            </a:r>
            <a:r>
              <a:rPr lang="en-GB" dirty="0"/>
              <a:t>S</a:t>
            </a:r>
            <a:r>
              <a:rPr lang="en-GB" dirty="0" smtClean="0"/>
              <a:t>ana </a:t>
            </a:r>
            <a:r>
              <a:rPr lang="en-GB" dirty="0"/>
              <a:t>N</a:t>
            </a:r>
            <a:r>
              <a:rPr lang="en-GB" dirty="0" smtClean="0"/>
              <a:t>oor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806939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6092" y="931985"/>
            <a:ext cx="9448800" cy="630324"/>
          </a:xfrm>
        </p:spPr>
        <p:txBody>
          <a:bodyPr>
            <a:normAutofit/>
          </a:bodyPr>
          <a:lstStyle/>
          <a:p>
            <a:pPr algn="ctr"/>
            <a:r>
              <a:rPr lang="en-GB" sz="2800" b="1" dirty="0" smtClean="0"/>
              <a:t>Project Introduction </a:t>
            </a:r>
            <a:endParaRPr lang="en-GB" sz="28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907931"/>
            <a:ext cx="9448800" cy="2410070"/>
          </a:xfrm>
        </p:spPr>
        <p:txBody>
          <a:bodyPr>
            <a:normAutofit lnSpcReduction="10000"/>
          </a:bodyPr>
          <a:lstStyle/>
          <a:p>
            <a:r>
              <a:rPr lang="en-GB" dirty="0"/>
              <a:t>This project is a Student Management System built using Python</a:t>
            </a:r>
            <a:r>
              <a:rPr lang="en-GB" dirty="0" smtClean="0"/>
              <a:t>.</a:t>
            </a:r>
          </a:p>
          <a:p>
            <a:endParaRPr lang="en-GB" dirty="0"/>
          </a:p>
          <a:p>
            <a:r>
              <a:rPr lang="en-GB" dirty="0" smtClean="0"/>
              <a:t>It </a:t>
            </a:r>
            <a:r>
              <a:rPr lang="en-GB" dirty="0"/>
              <a:t>allows users to add, view, and delete student records through a Graphical User Interface (GUI</a:t>
            </a:r>
            <a:r>
              <a:rPr lang="en-GB" dirty="0" smtClean="0"/>
              <a:t>).</a:t>
            </a:r>
          </a:p>
          <a:p>
            <a:endParaRPr lang="en-GB" dirty="0" smtClean="0"/>
          </a:p>
          <a:p>
            <a:r>
              <a:rPr lang="en-GB" dirty="0" smtClean="0"/>
              <a:t>It </a:t>
            </a:r>
            <a:r>
              <a:rPr lang="en-GB" dirty="0"/>
              <a:t>is user-friendly, reduces manual work, and is ideal for school or college record management.</a:t>
            </a:r>
          </a:p>
        </p:txBody>
      </p:sp>
    </p:spTree>
    <p:extLst>
      <p:ext uri="{BB962C8B-B14F-4D97-AF65-F5344CB8AC3E}">
        <p14:creationId xmlns:p14="http://schemas.microsoft.com/office/powerpoint/2010/main" val="15853663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16624" y="940777"/>
            <a:ext cx="9448800" cy="973224"/>
          </a:xfrm>
        </p:spPr>
        <p:txBody>
          <a:bodyPr>
            <a:normAutofit/>
          </a:bodyPr>
          <a:lstStyle/>
          <a:p>
            <a:pPr algn="ctr"/>
            <a:r>
              <a:rPr lang="en-GB" sz="2800" dirty="0" err="1"/>
              <a:t>Tkinter</a:t>
            </a:r>
            <a:endParaRPr lang="en-GB" sz="2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97977" y="2066193"/>
            <a:ext cx="9448800" cy="1318846"/>
          </a:xfrm>
        </p:spPr>
        <p:txBody>
          <a:bodyPr/>
          <a:lstStyle/>
          <a:p>
            <a:r>
              <a:rPr lang="en-GB" dirty="0" smtClean="0"/>
              <a:t>Built-in </a:t>
            </a:r>
            <a:r>
              <a:rPr lang="en-GB" dirty="0"/>
              <a:t>Python library for creating </a:t>
            </a:r>
            <a:r>
              <a:rPr lang="en-GB" dirty="0" smtClean="0"/>
              <a:t>GUI.</a:t>
            </a:r>
          </a:p>
          <a:p>
            <a:r>
              <a:rPr lang="en-GB" dirty="0"/>
              <a:t>U</a:t>
            </a:r>
            <a:r>
              <a:rPr lang="en-GB" dirty="0" smtClean="0"/>
              <a:t>sed</a:t>
            </a:r>
            <a:r>
              <a:rPr lang="en-GB" dirty="0"/>
              <a:t>: To create windows, buttons, labels, entry boxes, and </a:t>
            </a:r>
            <a:r>
              <a:rPr lang="en-GB" dirty="0" err="1"/>
              <a:t>listbox</a:t>
            </a:r>
            <a:r>
              <a:rPr lang="en-GB" dirty="0"/>
              <a:t> so that users can interact </a:t>
            </a:r>
            <a:r>
              <a:rPr lang="en-GB" dirty="0" smtClean="0"/>
              <a:t>visually.</a:t>
            </a:r>
            <a:endParaRPr lang="en-GB" dirty="0"/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1477108" y="3814395"/>
            <a:ext cx="9448800" cy="13921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/>
              <a:t>students </a:t>
            </a:r>
            <a:r>
              <a:rPr lang="en-GB" dirty="0"/>
              <a:t>= </a:t>
            </a:r>
            <a:r>
              <a:rPr lang="en-GB" dirty="0" smtClean="0"/>
              <a:t>[]</a:t>
            </a:r>
          </a:p>
          <a:p>
            <a:r>
              <a:rPr lang="en-GB" dirty="0" smtClean="0"/>
              <a:t>Python </a:t>
            </a:r>
            <a:r>
              <a:rPr lang="en-GB" dirty="0" err="1"/>
              <a:t>listWhy</a:t>
            </a:r>
            <a:r>
              <a:rPr lang="en-GB" dirty="0"/>
              <a:t> used: Stores all student records in memory as tuples (name, roll, course)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116624" y="2725615"/>
            <a:ext cx="9448800" cy="9732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800" dirty="0" smtClean="0"/>
              <a:t>LIST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0498906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155331" y="3241164"/>
            <a:ext cx="9448800" cy="671355"/>
          </a:xfrm>
        </p:spPr>
        <p:txBody>
          <a:bodyPr>
            <a:normAutofit/>
          </a:bodyPr>
          <a:lstStyle/>
          <a:p>
            <a:pPr algn="ctr"/>
            <a:r>
              <a:rPr lang="en-GB" sz="2800" b="1" dirty="0" smtClean="0"/>
              <a:t>LABEL</a:t>
            </a:r>
            <a:endParaRPr lang="en-GB" sz="28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63722" y="1799359"/>
            <a:ext cx="9448800" cy="1005045"/>
          </a:xfrm>
        </p:spPr>
        <p:txBody>
          <a:bodyPr>
            <a:normAutofit fontScale="92500" lnSpcReduction="20000"/>
          </a:bodyPr>
          <a:lstStyle/>
          <a:p>
            <a:r>
              <a:rPr lang="en-GB" dirty="0" smtClean="0"/>
              <a:t>root = </a:t>
            </a:r>
            <a:r>
              <a:rPr lang="en-GB" dirty="0"/>
              <a:t>tk</a:t>
            </a:r>
            <a:r>
              <a:rPr lang="en-GB" dirty="0" smtClean="0"/>
              <a:t>.</a:t>
            </a:r>
          </a:p>
          <a:p>
            <a:r>
              <a:rPr lang="en-GB" dirty="0" smtClean="0"/>
              <a:t>Main </a:t>
            </a:r>
            <a:r>
              <a:rPr lang="en-GB" dirty="0"/>
              <a:t>GUI window </a:t>
            </a:r>
            <a:r>
              <a:rPr lang="en-GB" dirty="0" smtClean="0"/>
              <a:t>object</a:t>
            </a:r>
          </a:p>
          <a:p>
            <a:r>
              <a:rPr lang="en-GB" dirty="0" smtClean="0"/>
              <a:t>Acts </a:t>
            </a:r>
            <a:r>
              <a:rPr lang="en-GB" dirty="0"/>
              <a:t>as the application window where all widgets appear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926123" y="2033954"/>
            <a:ext cx="9448800" cy="10523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GB" sz="2800" b="1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-155331" y="574468"/>
            <a:ext cx="9448800" cy="10523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800" b="1" dirty="0" err="1" smtClean="0"/>
              <a:t>Tk</a:t>
            </a:r>
            <a:r>
              <a:rPr lang="en-GB" sz="2800" b="1" dirty="0" smtClean="0"/>
              <a:t>()</a:t>
            </a:r>
            <a:endParaRPr lang="en-GB" sz="2800" b="1" dirty="0"/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2426677" y="4201832"/>
            <a:ext cx="9448800" cy="100504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err="1" smtClean="0"/>
              <a:t>tk.Label</a:t>
            </a:r>
            <a:r>
              <a:rPr lang="en-GB" dirty="0" smtClean="0"/>
              <a:t>(root</a:t>
            </a:r>
            <a:r>
              <a:rPr lang="en-GB" dirty="0"/>
              <a:t>, text="Name</a:t>
            </a:r>
            <a:r>
              <a:rPr lang="en-GB" dirty="0" smtClean="0"/>
              <a:t>")</a:t>
            </a:r>
          </a:p>
          <a:p>
            <a:r>
              <a:rPr lang="en-GB" dirty="0" smtClean="0"/>
              <a:t>Text </a:t>
            </a:r>
            <a:r>
              <a:rPr lang="en-GB" dirty="0"/>
              <a:t>displayed on the </a:t>
            </a:r>
            <a:r>
              <a:rPr lang="en-GB" dirty="0" smtClean="0"/>
              <a:t>GUI</a:t>
            </a:r>
          </a:p>
          <a:p>
            <a:r>
              <a:rPr lang="en-GB" dirty="0" smtClean="0"/>
              <a:t>Used</a:t>
            </a:r>
            <a:r>
              <a:rPr lang="en-GB" dirty="0"/>
              <a:t>: Tells the user what input to enter</a:t>
            </a:r>
          </a:p>
        </p:txBody>
      </p:sp>
    </p:spTree>
    <p:extLst>
      <p:ext uri="{BB962C8B-B14F-4D97-AF65-F5344CB8AC3E}">
        <p14:creationId xmlns:p14="http://schemas.microsoft.com/office/powerpoint/2010/main" val="32184146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93530" y="342899"/>
            <a:ext cx="9448800" cy="814963"/>
          </a:xfrm>
        </p:spPr>
        <p:txBody>
          <a:bodyPr>
            <a:normAutofit/>
          </a:bodyPr>
          <a:lstStyle/>
          <a:p>
            <a:pPr algn="ctr"/>
            <a:r>
              <a:rPr lang="en-GB" sz="2800" b="1" dirty="0" smtClean="0"/>
              <a:t>ENTRY</a:t>
            </a:r>
            <a:endParaRPr lang="en-GB" sz="28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01262" y="1336431"/>
            <a:ext cx="9448800" cy="1926493"/>
          </a:xfrm>
        </p:spPr>
        <p:txBody>
          <a:bodyPr/>
          <a:lstStyle/>
          <a:p>
            <a:r>
              <a:rPr lang="en-GB" dirty="0" err="1"/>
              <a:t>entry_name</a:t>
            </a:r>
            <a:r>
              <a:rPr lang="en-GB" dirty="0"/>
              <a:t> = </a:t>
            </a:r>
            <a:r>
              <a:rPr lang="en-GB" dirty="0" err="1"/>
              <a:t>tk.Entry</a:t>
            </a:r>
            <a:r>
              <a:rPr lang="en-GB" dirty="0"/>
              <a:t>(root</a:t>
            </a:r>
            <a:r>
              <a:rPr lang="en-GB" dirty="0" smtClean="0"/>
              <a:t>)</a:t>
            </a:r>
          </a:p>
          <a:p>
            <a:r>
              <a:rPr lang="en-GB" dirty="0" smtClean="0"/>
              <a:t>Input field</a:t>
            </a:r>
          </a:p>
          <a:p>
            <a:r>
              <a:rPr lang="en-GB" dirty="0" smtClean="0"/>
              <a:t>User </a:t>
            </a:r>
            <a:r>
              <a:rPr lang="en-GB" dirty="0"/>
              <a:t>can type student details like name, roll number, or course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993530" y="2447961"/>
            <a:ext cx="9448800" cy="8149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800" b="1" dirty="0" smtClean="0"/>
              <a:t>button</a:t>
            </a:r>
            <a:endParaRPr lang="en-GB" sz="2800" b="1" dirty="0"/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1301262" y="3423700"/>
            <a:ext cx="9448800" cy="11418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err="1"/>
              <a:t>tk.Button</a:t>
            </a:r>
            <a:r>
              <a:rPr lang="en-GB" dirty="0"/>
              <a:t>(root, text="Add Student", command=</a:t>
            </a:r>
            <a:r>
              <a:rPr lang="en-GB" dirty="0" err="1"/>
              <a:t>add_student</a:t>
            </a:r>
            <a:r>
              <a:rPr lang="en-GB" dirty="0" smtClean="0"/>
              <a:t>)</a:t>
            </a:r>
          </a:p>
          <a:p>
            <a:r>
              <a:rPr lang="en-GB" dirty="0" smtClean="0"/>
              <a:t>used</a:t>
            </a:r>
            <a:r>
              <a:rPr lang="en-GB" dirty="0"/>
              <a:t>: Performs actions (Add, View, Delete) by calling functions when clicked</a:t>
            </a:r>
          </a:p>
        </p:txBody>
      </p:sp>
    </p:spTree>
    <p:extLst>
      <p:ext uri="{BB962C8B-B14F-4D97-AF65-F5344CB8AC3E}">
        <p14:creationId xmlns:p14="http://schemas.microsoft.com/office/powerpoint/2010/main" val="24505879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01668" y="961176"/>
            <a:ext cx="9448800" cy="753416"/>
          </a:xfrm>
        </p:spPr>
        <p:txBody>
          <a:bodyPr>
            <a:normAutofit/>
          </a:bodyPr>
          <a:lstStyle/>
          <a:p>
            <a:r>
              <a:rPr lang="en-GB" sz="2800" dirty="0" smtClean="0"/>
              <a:t>List box</a:t>
            </a:r>
            <a:endParaRPr lang="en-GB" sz="2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22130" y="1870040"/>
            <a:ext cx="9448800" cy="685800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Shows all student records in the GUI and allows selection for </a:t>
            </a:r>
            <a:r>
              <a:rPr lang="en-GB" dirty="0" smtClean="0"/>
              <a:t>deletion</a:t>
            </a:r>
          </a:p>
          <a:p>
            <a:r>
              <a:rPr lang="en-GB" dirty="0"/>
              <a:t>Widget to display multiple lines of data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3826764" y="2487352"/>
            <a:ext cx="9448800" cy="7534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dirty="0"/>
              <a:t> </a:t>
            </a:r>
            <a:r>
              <a:rPr lang="en-GB" sz="2800" dirty="0" smtClean="0"/>
              <a:t>Message box</a:t>
            </a:r>
            <a:endParaRPr lang="en-GB" sz="2800" dirty="0"/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1121546" y="3328600"/>
            <a:ext cx="9448800" cy="6858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Shows success (info) or error messages to the </a:t>
            </a:r>
            <a:r>
              <a:rPr lang="en-GB" dirty="0" smtClean="0"/>
              <a:t>user</a:t>
            </a:r>
          </a:p>
          <a:p>
            <a:r>
              <a:rPr lang="en-GB" dirty="0" err="1"/>
              <a:t>messagebox.showinfo</a:t>
            </a:r>
            <a:r>
              <a:rPr lang="en-GB" dirty="0"/>
              <a:t>() or </a:t>
            </a:r>
            <a:r>
              <a:rPr lang="en-GB" dirty="0" err="1"/>
              <a:t>messagebox.showerror</a:t>
            </a:r>
            <a:r>
              <a:rPr lang="en-GB" dirty="0"/>
              <a:t>()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4070604" y="3725524"/>
            <a:ext cx="9448800" cy="7534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dirty="0"/>
              <a:t> Functions</a:t>
            </a:r>
          </a:p>
        </p:txBody>
      </p:sp>
      <p:sp>
        <p:nvSpPr>
          <p:cNvPr id="7" name="Subtitle 2"/>
          <p:cNvSpPr txBox="1">
            <a:spLocks/>
          </p:cNvSpPr>
          <p:nvPr/>
        </p:nvSpPr>
        <p:spPr>
          <a:xfrm>
            <a:off x="1036202" y="4478940"/>
            <a:ext cx="9448800" cy="128178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err="1"/>
              <a:t>add_student</a:t>
            </a:r>
            <a:r>
              <a:rPr lang="en-GB" dirty="0"/>
              <a:t>() → Adds student details to the </a:t>
            </a:r>
            <a:r>
              <a:rPr lang="en-GB" dirty="0" smtClean="0"/>
              <a:t>list</a:t>
            </a:r>
          </a:p>
          <a:p>
            <a:r>
              <a:rPr lang="en-GB" dirty="0" err="1" smtClean="0"/>
              <a:t>view_students</a:t>
            </a:r>
            <a:r>
              <a:rPr lang="en-GB" dirty="0"/>
              <a:t>() → Shows all student records in </a:t>
            </a:r>
            <a:r>
              <a:rPr lang="en-GB" dirty="0" err="1" smtClean="0"/>
              <a:t>Listbox</a:t>
            </a:r>
            <a:endParaRPr lang="en-GB" dirty="0" smtClean="0"/>
          </a:p>
          <a:p>
            <a:r>
              <a:rPr lang="en-GB" dirty="0" err="1" smtClean="0"/>
              <a:t>delete_student</a:t>
            </a:r>
            <a:r>
              <a:rPr lang="en-GB" dirty="0"/>
              <a:t>() → Deletes selected record from the </a:t>
            </a:r>
            <a:r>
              <a:rPr lang="en-GB" dirty="0" smtClean="0"/>
              <a:t>list</a:t>
            </a:r>
          </a:p>
          <a:p>
            <a:r>
              <a:rPr lang="en-GB" dirty="0" err="1" smtClean="0"/>
              <a:t>clear_fields</a:t>
            </a:r>
            <a:r>
              <a:rPr lang="en-GB" dirty="0"/>
              <a:t>() → Clears the entry boxes</a:t>
            </a:r>
          </a:p>
        </p:txBody>
      </p:sp>
    </p:spTree>
    <p:extLst>
      <p:ext uri="{BB962C8B-B14F-4D97-AF65-F5344CB8AC3E}">
        <p14:creationId xmlns:p14="http://schemas.microsoft.com/office/powerpoint/2010/main" val="27112743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76345" y="659422"/>
            <a:ext cx="9290539" cy="765909"/>
          </a:xfrm>
        </p:spPr>
        <p:txBody>
          <a:bodyPr>
            <a:normAutofit/>
          </a:bodyPr>
          <a:lstStyle/>
          <a:p>
            <a:r>
              <a:rPr lang="en-GB" sz="2800" dirty="0"/>
              <a:t> </a:t>
            </a:r>
            <a:r>
              <a:rPr lang="en-GB" sz="2800" dirty="0" smtClean="0"/>
              <a:t>pa</a:t>
            </a:r>
            <a:r>
              <a:rPr lang="en-GB" sz="2800" dirty="0"/>
              <a:t>c</a:t>
            </a:r>
            <a:r>
              <a:rPr lang="en-GB" sz="2800" dirty="0" smtClean="0"/>
              <a:t>k</a:t>
            </a:r>
            <a:r>
              <a:rPr lang="en-GB" sz="2800" dirty="0"/>
              <a:t>()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54016" y="1425331"/>
            <a:ext cx="9448800" cy="974969"/>
          </a:xfrm>
        </p:spPr>
        <p:txBody>
          <a:bodyPr>
            <a:normAutofit fontScale="92500" lnSpcReduction="20000"/>
          </a:bodyPr>
          <a:lstStyle/>
          <a:p>
            <a:r>
              <a:rPr lang="en-GB" dirty="0" err="1"/>
              <a:t>widget.pack</a:t>
            </a:r>
            <a:r>
              <a:rPr lang="en-GB" dirty="0" smtClean="0"/>
              <a:t>()</a:t>
            </a:r>
          </a:p>
          <a:p>
            <a:r>
              <a:rPr lang="en-GB" dirty="0"/>
              <a:t>used: Arranges widgets vertically in the window so they appear </a:t>
            </a:r>
            <a:r>
              <a:rPr lang="en-GB" dirty="0" smtClean="0"/>
              <a:t>properly</a:t>
            </a:r>
            <a:endParaRPr lang="en-GB" dirty="0"/>
          </a:p>
          <a:p>
            <a:r>
              <a:rPr lang="en-GB" dirty="0"/>
              <a:t>Without pack() → widgets will not be </a:t>
            </a:r>
            <a:r>
              <a:rPr lang="en-GB" dirty="0" smtClean="0"/>
              <a:t>visible1</a:t>
            </a:r>
            <a:endParaRPr lang="en-GB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176344" y="2007575"/>
            <a:ext cx="9290539" cy="76590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dirty="0" smtClean="0"/>
              <a:t> </a:t>
            </a:r>
            <a:endParaRPr lang="en-GB" sz="2800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4044458" y="2600563"/>
            <a:ext cx="9290539" cy="76590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dirty="0" err="1"/>
              <a:t>mainloop</a:t>
            </a:r>
            <a:r>
              <a:rPr lang="en-GB" sz="2800" dirty="0"/>
              <a:t>()</a:t>
            </a:r>
          </a:p>
        </p:txBody>
      </p:sp>
      <p:sp>
        <p:nvSpPr>
          <p:cNvPr id="7" name="Subtitle 2"/>
          <p:cNvSpPr txBox="1">
            <a:spLocks/>
          </p:cNvSpPr>
          <p:nvPr/>
        </p:nvSpPr>
        <p:spPr>
          <a:xfrm>
            <a:off x="1354016" y="3458311"/>
            <a:ext cx="9448800" cy="9749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err="1"/>
              <a:t>root.mainloop</a:t>
            </a:r>
            <a:r>
              <a:rPr lang="en-GB" dirty="0" smtClean="0"/>
              <a:t>()</a:t>
            </a:r>
          </a:p>
          <a:p>
            <a:r>
              <a:rPr lang="en-GB" dirty="0" err="1"/>
              <a:t>Tkinter</a:t>
            </a:r>
            <a:r>
              <a:rPr lang="en-GB" dirty="0"/>
              <a:t> method to run the GUI </a:t>
            </a:r>
            <a:r>
              <a:rPr lang="en-GB" dirty="0" smtClean="0"/>
              <a:t>continuously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836652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6869" y="439615"/>
            <a:ext cx="5654530" cy="5524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8051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992" y="1037493"/>
            <a:ext cx="5798166" cy="4695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1553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4383" y="2134009"/>
            <a:ext cx="3788732" cy="373925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9692" y="1846806"/>
            <a:ext cx="4000847" cy="3779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203148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91</TotalTime>
  <Words>318</Words>
  <Application>Microsoft Office PowerPoint</Application>
  <PresentationFormat>Widescreen</PresentationFormat>
  <Paragraphs>51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Century Gothic</vt:lpstr>
      <vt:lpstr>Vapor Trail</vt:lpstr>
      <vt:lpstr>PROJECT</vt:lpstr>
      <vt:lpstr>Group members</vt:lpstr>
      <vt:lpstr>Project Introduction </vt:lpstr>
      <vt:lpstr>Tkinter</vt:lpstr>
      <vt:lpstr>LABEL</vt:lpstr>
      <vt:lpstr>ENTRY</vt:lpstr>
      <vt:lpstr>List box</vt:lpstr>
      <vt:lpstr> pack()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</dc:title>
  <dc:creator>user</dc:creator>
  <cp:lastModifiedBy>user</cp:lastModifiedBy>
  <cp:revision>10</cp:revision>
  <dcterms:created xsi:type="dcterms:W3CDTF">2026-01-01T18:53:46Z</dcterms:created>
  <dcterms:modified xsi:type="dcterms:W3CDTF">2026-01-02T05:05:01Z</dcterms:modified>
</cp:coreProperties>
</file>